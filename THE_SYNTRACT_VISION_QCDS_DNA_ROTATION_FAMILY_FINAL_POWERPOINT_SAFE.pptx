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QCDS x DNA - Rotational Inference Family and Recursive Inference Fabric</dc:title>
  <dc:subject>PowerPoint-safe flattened stage edition</dc:subject>
  <dc:creator>Patrik Sundblom</dc:creator>
  <cp:keywords/>
  <dc:description>Flattened compatibility build: one standard JPEG per slide.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